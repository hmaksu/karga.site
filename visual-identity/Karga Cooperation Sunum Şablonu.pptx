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11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6" autoAdjust="0"/>
    <p:restoredTop sz="96236" autoAdjust="0"/>
  </p:normalViewPr>
  <p:slideViewPr>
    <p:cSldViewPr snapToGrid="0">
      <p:cViewPr varScale="1">
        <p:scale>
          <a:sx n="106" d="100"/>
          <a:sy n="106" d="100"/>
        </p:scale>
        <p:origin x="14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232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2DAFC-7D5B-48D2-8E7D-77026A005C07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B9FC1D-68A6-4FB9-93C0-CCA4452B669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5572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96B5ABF-5A0C-8C5B-1973-EDCAD1B28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3620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 b="1">
                <a:solidFill>
                  <a:srgbClr val="11111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tr-TR" dirty="0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541A5D1-9455-B6D3-63D6-7AB5250DC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7051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Rubik" pitchFamily="2" charset="-79"/>
                <a:cs typeface="Rubik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dirty="0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2ADC6C7-0FB1-522E-D080-2473CD5B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7DEC3-92EA-4F6A-993A-8BA81C5C31C4}" type="datetime1">
              <a:rPr lang="tr-TR" smtClean="0"/>
              <a:t>1.12.2025</a:t>
            </a:fld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8BA44FA-31E6-4938-B95D-3BEBD2C97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0E24-246A-49B8-8C0D-6C55F63980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3651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4F6FF1-845A-313E-5FB0-1614E5D5A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E8C4A71-E849-4080-D3EA-6B8E0648E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1151085-129B-3A0D-5390-1CA2BC273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761A-9667-49AB-9447-06F46608AD41}" type="datetime1">
              <a:rPr lang="tr-TR" smtClean="0"/>
              <a:t>1.12.2025</a:t>
            </a:fld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802A8F6-7946-0D90-B99C-F127B02DB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0E24-246A-49B8-8C0D-6C55F63980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9911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D6CBA1-8A98-3587-5D3B-A5BBE6DF0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>
                <a:solidFill>
                  <a:srgbClr val="111111"/>
                </a:solidFill>
              </a:defRPr>
            </a:lvl1pPr>
          </a:lstStyle>
          <a:p>
            <a:r>
              <a:rPr lang="tr-TR" dirty="0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7307EA0-4C32-A955-DE4A-0C1C4F25B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 dirty="0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7276AB8-A4E8-4B35-6C49-50507AC21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5349B-F582-44EF-8180-A450B77FC9C9}" type="datetime1">
              <a:rPr lang="tr-TR" smtClean="0"/>
              <a:t>1.12.2025</a:t>
            </a:fld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D5B7FDF-7AE2-AADD-8519-AB87DEB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0E24-246A-49B8-8C0D-6C55F639802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45461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75BE9E-C863-4CA1-FB8D-B73B9925C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6A051D0-EAC1-29C3-2DA1-368D47A2E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tıklayın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2D91FAF-EB08-92D3-9D00-9BB398296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2DF0E11-BC63-3FF7-AF69-5EB478C73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4C292-E154-483C-A09A-EAFF01E7AF40}" type="datetime1">
              <a:rPr lang="tr-TR" smtClean="0"/>
              <a:t>1.12.2025</a:t>
            </a:fld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4224B34-0A09-1E84-22C2-0619E2DCD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0E24-246A-49B8-8C0D-6C55F63980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9465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9D486CC-46C9-80C6-9B88-9823EFAA8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4341C09-EED5-1252-B787-463D473B1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C1ACE1B-94F0-4BA7-1EAD-8A28DF13C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88288B83-D8B8-250F-570E-57B9A67901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499299B-0CBC-AD46-24C1-A8AA30368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83E7F450-7BD8-3AC1-8E68-752773A9D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ABC56-BFD6-4395-9744-F06DBB2B46FB}" type="datetime1">
              <a:rPr lang="tr-TR" smtClean="0"/>
              <a:t>1.12.2025</a:t>
            </a:fld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71040DB-80CD-E671-1911-B85BA7D20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0E24-246A-49B8-8C0D-6C55F63980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3283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AA3178C-12AE-53B7-7689-0305C4ABF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D72D24EE-3CC0-66ED-1F7D-E5BC47FB8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3C87-5D6D-4BBE-977F-244A0B10E2F1}" type="datetime1">
              <a:rPr lang="tr-TR" smtClean="0"/>
              <a:t>1.12.2025</a:t>
            </a:fld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9242D94F-6E01-D09D-A28A-6169DA80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0E24-246A-49B8-8C0D-6C55F63980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4951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BD63EF79-061E-8141-5D7D-B21D1B3F2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9590C-914E-40AD-A2F4-F10693591406}" type="datetime1">
              <a:rPr lang="tr-TR" smtClean="0"/>
              <a:t>1.12.2025</a:t>
            </a:fld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436C5B6-8394-01F2-4D15-DB6B0D982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0E24-246A-49B8-8C0D-6C55F63980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0794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AC5FE15-ECF7-E90A-0682-D2B3236D8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-350364"/>
            <a:ext cx="92989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2A1AF60-A10D-0E6F-028F-75DEF00C5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429223"/>
            <a:ext cx="6172200" cy="443182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D31FC3F-F293-E837-5EE3-693C8AFD2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37161"/>
            <a:ext cx="3932237" cy="443182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dirty="0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92E4B2C-56AE-78DB-35AE-EC8407B23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0D2E2-1C56-412F-A5D1-61B354E62C8E}" type="datetime1">
              <a:rPr lang="tr-TR" smtClean="0"/>
              <a:t>1.12.2025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59D8934-28EC-2497-833B-6D0B9692E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D5710F1-B48E-C257-A892-1D07D7FA9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0E24-246A-49B8-8C0D-6C55F63980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019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CD5967-B3E5-6820-8412-53F5FCE91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-404369"/>
            <a:ext cx="893954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dirty="0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25843811-9BD4-F63C-CB40-BD57C84886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353787"/>
            <a:ext cx="6172200" cy="45072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0E2A70A-DE89-67F9-914F-4042CC478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353787"/>
            <a:ext cx="3932237" cy="45152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dirty="0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41BFFDD-2CB5-D920-0B4A-4D96CDE74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5EA40-7776-4C38-884A-F833F36A7B12}" type="datetime1">
              <a:rPr lang="tr-TR" smtClean="0"/>
              <a:t>1.12.2025</a:t>
            </a:fld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EFCDEE6-9486-A9E3-86B7-181303D37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0E24-246A-49B8-8C0D-6C55F63980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444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B19917-9206-7C14-6C3D-4712D60C7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EEDD4EB-A830-0CD2-970E-B5FDE85EF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B2A9112-7D21-7310-4772-453964C85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1357-2CD0-4973-B505-68DA1C17088D}" type="datetime1">
              <a:rPr lang="tr-TR" smtClean="0"/>
              <a:t>1.12.2025</a:t>
            </a:fld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D25FB67-1F7B-F965-6EDE-66ABE8DA7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0E24-246A-49B8-8C0D-6C55F63980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0106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26AFE81-C1ED-CF38-75F9-0F5A83B4C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270660"/>
            <a:ext cx="2628900" cy="4906303"/>
          </a:xfrm>
        </p:spPr>
        <p:txBody>
          <a:bodyPr vert="eaVert"/>
          <a:lstStyle>
            <a:lvl1pPr>
              <a:defRPr>
                <a:solidFill>
                  <a:srgbClr val="111111"/>
                </a:solidFill>
              </a:defRPr>
            </a:lvl1pPr>
          </a:lstStyle>
          <a:p>
            <a:r>
              <a:rPr lang="tr-TR" dirty="0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1B69D4D-2962-046A-D529-A65D9EAF0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270659"/>
            <a:ext cx="7734300" cy="4906303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1695E55-EA73-C8D2-9E2F-D6057EC63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1D5EC-F8AC-4BF8-BDC2-52561E9772C3}" type="datetime1">
              <a:rPr lang="tr-TR" smtClean="0"/>
              <a:t>1.12.2025</a:t>
            </a:fld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F277977-9C88-E9D8-8FC7-ECBA07C3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0E24-246A-49B8-8C0D-6C55F63980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621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zel Dü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322700-AE85-2BCA-73A0-47F3B0DBB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597BED63-D755-8F5F-EA79-0EA242AD2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87B15-CE15-45CD-9100-191FD4430171}" type="datetime1">
              <a:rPr lang="tr-TR" smtClean="0"/>
              <a:t>1.12.2025</a:t>
            </a:fld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E176A22-DA2F-F0DF-FF5E-FBDDD85470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160E24-246A-49B8-8C0D-6C55F63980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92305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6095E223-DADF-2A7F-8193-D6F8DA17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94280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dirty="0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0A21F4E-A633-6BAF-4A2C-24C6480F8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2073"/>
            <a:ext cx="10515600" cy="4814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dirty="0"/>
              <a:t>Asıl metin stillerini düzenlemek için tıklayın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8032A48-333A-53E6-985C-7A61065954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61769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rgbClr val="11111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fld id="{F9005FF0-979A-4800-A4FA-8E2D5F9AF057}" type="datetime1">
              <a:rPr lang="tr-TR" smtClean="0"/>
              <a:pPr/>
              <a:t>1.12.2025</a:t>
            </a:fld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5D6D94B-7D96-2834-0F59-1BAE8AAAD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17696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1111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fld id="{FF160E24-246A-49B8-8C0D-6C55F6398027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2879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FFFFFF"/>
          </a:solidFill>
          <a:latin typeface="Rubik" pitchFamily="2" charset="-79"/>
          <a:ea typeface="+mj-ea"/>
          <a:cs typeface="Rubik" pitchFamily="2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ubik" pitchFamily="2" charset="-79"/>
          <a:ea typeface="+mn-ea"/>
          <a:cs typeface="Rubik" pitchFamily="2" charset="-79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ubik" pitchFamily="2" charset="-79"/>
          <a:ea typeface="+mn-ea"/>
          <a:cs typeface="Rubik" pitchFamily="2" charset="-79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ubik" pitchFamily="2" charset="-79"/>
          <a:ea typeface="+mn-ea"/>
          <a:cs typeface="Rubik" pitchFamily="2" charset="-79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ubik" pitchFamily="2" charset="-79"/>
          <a:ea typeface="+mn-ea"/>
          <a:cs typeface="Rubik" pitchFamily="2" charset="-79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ubik" pitchFamily="2" charset="-79"/>
          <a:ea typeface="+mn-ea"/>
          <a:cs typeface="Rubik" pitchFamily="2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BD9909-8293-BA4B-8508-D71A42A0A3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933B07F3-AFDE-731A-035C-E71D94A72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93F4809-4CD6-8388-520D-6D24F18F5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B657A-65CA-4D7D-B45A-F48802397A05}" type="datetime1">
              <a:rPr lang="tr-TR" smtClean="0"/>
              <a:t>1.12.2025</a:t>
            </a:fld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241272F-541F-A0AC-EB5E-323034F5B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0E24-246A-49B8-8C0D-6C55F6398027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2910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2</Words>
  <Application>Microsoft Office PowerPoint</Application>
  <PresentationFormat>Geniş ekran</PresentationFormat>
  <Paragraphs>2</Paragraphs>
  <Slides>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5" baseType="lpstr">
      <vt:lpstr>Aptos</vt:lpstr>
      <vt:lpstr>Arial</vt:lpstr>
      <vt:lpstr>Rubik</vt:lpstr>
      <vt:lpstr>Office Teması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Mehmet Aksu</dc:creator>
  <cp:lastModifiedBy>Mehmet Aksu</cp:lastModifiedBy>
  <cp:revision>16</cp:revision>
  <dcterms:created xsi:type="dcterms:W3CDTF">2025-11-30T21:49:27Z</dcterms:created>
  <dcterms:modified xsi:type="dcterms:W3CDTF">2025-11-30T22:54:42Z</dcterms:modified>
</cp:coreProperties>
</file>